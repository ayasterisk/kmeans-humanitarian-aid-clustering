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-8312" y="-1"/>
            <a:ext cx="9218815" cy="6877079"/>
            <a:chOff x="-16626" y="-1"/>
            <a:chExt cx="9218815" cy="6877079"/>
          </a:xfrm>
        </p:grpSpPr>
        <p:sp>
          <p:nvSpPr>
            <p:cNvPr id="8" name="Rectangle 7"/>
            <p:cNvSpPr/>
            <p:nvPr userDrawn="1"/>
          </p:nvSpPr>
          <p:spPr>
            <a:xfrm>
              <a:off x="-9728" y="-1"/>
              <a:ext cx="9144000" cy="5818910"/>
            </a:xfrm>
            <a:prstGeom prst="rect">
              <a:avLst/>
            </a:prstGeom>
            <a:solidFill>
              <a:srgbClr val="005EB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pic>
          <p:nvPicPr>
            <p:cNvPr id="7" name="Picture 6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78" t="11922" r="13142" b="46651"/>
            <a:stretch/>
          </p:blipFill>
          <p:spPr>
            <a:xfrm>
              <a:off x="-16626" y="5577841"/>
              <a:ext cx="9218815" cy="1299237"/>
            </a:xfrm>
            <a:prstGeom prst="rect">
              <a:avLst/>
            </a:prstGeom>
            <a:ln>
              <a:noFill/>
            </a:ln>
            <a:effectLst/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6171" y="1580419"/>
            <a:ext cx="8117378" cy="2387600"/>
          </a:xfrm>
        </p:spPr>
        <p:txBody>
          <a:bodyPr anchor="b">
            <a:normAutofit/>
          </a:bodyPr>
          <a:lstStyle>
            <a:lvl1pPr algn="l">
              <a:defRPr sz="4500" b="1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6171" y="4073236"/>
            <a:ext cx="8117378" cy="139938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328" y="260768"/>
            <a:ext cx="4255346" cy="107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65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" y="2"/>
            <a:ext cx="9144000" cy="6801159"/>
            <a:chOff x="1" y="0"/>
            <a:chExt cx="9144000" cy="6801159"/>
          </a:xfrm>
        </p:grpSpPr>
        <p:pic>
          <p:nvPicPr>
            <p:cNvPr id="11" name="Picture 10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386292"/>
              <a:ext cx="9144000" cy="6414867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5945"/>
            <a:stretch/>
          </p:blipFill>
          <p:spPr>
            <a:xfrm>
              <a:off x="1" y="0"/>
              <a:ext cx="9144000" cy="4109013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80419"/>
            <a:ext cx="7772400" cy="2387600"/>
          </a:xfrm>
        </p:spPr>
        <p:txBody>
          <a:bodyPr anchor="b">
            <a:normAutofit/>
          </a:bodyPr>
          <a:lstStyle>
            <a:lvl1pPr algn="ctr">
              <a:defRPr sz="55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073236"/>
            <a:ext cx="7772400" cy="139938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381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>
                <a:solidFill>
                  <a:srgbClr val="0070C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C00000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84B6-A685-40D6-BDE3-89DF5FB1526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D87E-BE30-4E80-AFAF-8FAC450CB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75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086497"/>
            <a:ext cx="7886700" cy="2475981"/>
          </a:xfrm>
        </p:spPr>
        <p:txBody>
          <a:bodyPr anchor="b">
            <a:normAutofit/>
          </a:bodyPr>
          <a:lstStyle>
            <a:lvl1pPr>
              <a:defRPr sz="4000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84B6-A685-40D6-BDE3-89DF5FB1526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D87E-BE30-4E80-AFAF-8FAC450CB78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4391" y="16626"/>
            <a:ext cx="2925695" cy="74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960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84B6-A685-40D6-BDE3-89DF5FB1526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D87E-BE30-4E80-AFAF-8FAC450CB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522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99120"/>
            <a:ext cx="7886700" cy="590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024458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48370"/>
            <a:ext cx="3868340" cy="3887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024458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48370"/>
            <a:ext cx="3887391" cy="3887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84B6-A685-40D6-BDE3-89DF5FB1526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D87E-BE30-4E80-AFAF-8FAC450CB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780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84B6-A685-40D6-BDE3-89DF5FB1526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D87E-BE30-4E80-AFAF-8FAC450CB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4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84B6-A685-40D6-BDE3-89DF5FB1526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D87E-BE30-4E80-AFAF-8FAC450CB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625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0" y="91440"/>
            <a:ext cx="7885509" cy="59020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04300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904298"/>
            <a:ext cx="2949178" cy="48815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84B6-A685-40D6-BDE3-89DF5FB1526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D87E-BE30-4E80-AFAF-8FAC450CB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852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884B6-A685-40D6-BDE3-89DF5FB1526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D87E-BE30-4E80-AFAF-8FAC450CB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260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09"/>
          <a:stretch/>
        </p:blipFill>
        <p:spPr>
          <a:xfrm>
            <a:off x="1" y="0"/>
            <a:ext cx="9132425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710" y="114301"/>
            <a:ext cx="8416290" cy="640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" y="1021081"/>
            <a:ext cx="8416290" cy="4747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70C0"/>
                </a:solidFill>
              </a:defRPr>
            </a:lvl1pPr>
          </a:lstStyle>
          <a:p>
            <a:fld id="{3BA884B6-A685-40D6-BDE3-89DF5FB1526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70C0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70C0"/>
                </a:solidFill>
              </a:defRPr>
            </a:lvl1pPr>
          </a:lstStyle>
          <a:p>
            <a:fld id="{78EAD87E-BE30-4E80-AFAF-8FAC450CB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43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lexuanvinh@qnu.edu.vn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Tiểu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Học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Khai </a:t>
            </a:r>
            <a:r>
              <a:rPr lang="en-US" dirty="0" err="1"/>
              <a:t>phá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6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(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…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PLA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…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logistics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…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KNN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…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Naïve Bayes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…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Các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– </a:t>
            </a:r>
            <a:r>
              <a:rPr lang="en-US" dirty="0" err="1"/>
              <a:t>Rừng</a:t>
            </a:r>
            <a:r>
              <a:rPr lang="en-US" dirty="0"/>
              <a:t> </a:t>
            </a:r>
            <a:r>
              <a:rPr lang="en-US" dirty="0" err="1"/>
              <a:t>ngẫu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…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SVM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…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K-Means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…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460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tiểu</a:t>
            </a:r>
            <a:r>
              <a:rPr lang="en-US" dirty="0"/>
              <a:t> </a:t>
            </a:r>
            <a:r>
              <a:rPr lang="en-US" dirty="0" err="1"/>
              <a:t>luận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Lý </a:t>
            </a:r>
            <a:r>
              <a:rPr lang="en-US" dirty="0" err="1"/>
              <a:t>thuyết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endParaRPr lang="en-US" dirty="0"/>
          </a:p>
          <a:p>
            <a:pPr lvl="1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giản</a:t>
            </a:r>
            <a:r>
              <a:rPr lang="en-US" dirty="0"/>
              <a:t>,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tay</a:t>
            </a:r>
            <a:r>
              <a:rPr lang="en-US" dirty="0"/>
              <a:t> </a:t>
            </a:r>
            <a:r>
              <a:rPr lang="en-US" dirty="0" err="1"/>
              <a:t>càng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	</a:t>
            </a:r>
          </a:p>
          <a:p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: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, input/</a:t>
            </a:r>
            <a:r>
              <a:rPr lang="en-US" dirty="0" err="1"/>
              <a:t>ouput</a:t>
            </a:r>
            <a:endParaRPr lang="en-US" dirty="0"/>
          </a:p>
          <a:p>
            <a:pPr lvl="1"/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 lvl="1"/>
            <a:r>
              <a:rPr lang="en-US" dirty="0"/>
              <a:t>Cài </a:t>
            </a:r>
            <a:r>
              <a:rPr lang="en-US" dirty="0" err="1"/>
              <a:t>đặt</a:t>
            </a:r>
            <a:endParaRPr lang="en-US" dirty="0"/>
          </a:p>
          <a:p>
            <a:pPr lvl="1"/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(</a:t>
            </a:r>
            <a:r>
              <a:rPr lang="en-US" dirty="0" err="1"/>
              <a:t>Ngắn</a:t>
            </a:r>
            <a:r>
              <a:rPr lang="en-US" dirty="0"/>
              <a:t> </a:t>
            </a:r>
            <a:r>
              <a:rPr lang="en-US" dirty="0" err="1"/>
              <a:t>gọn</a:t>
            </a:r>
            <a:r>
              <a:rPr lang="en-US" dirty="0"/>
              <a:t> 10-15 </a:t>
            </a:r>
            <a:r>
              <a:rPr lang="en-US" dirty="0" err="1"/>
              <a:t>trang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23630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Danh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tiểu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Zalo</a:t>
            </a:r>
            <a:r>
              <a:rPr lang="en-US" dirty="0"/>
              <a:t> (Thắng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15/9/2026)</a:t>
            </a:r>
          </a:p>
          <a:p>
            <a:r>
              <a:rPr lang="en-US" dirty="0" err="1"/>
              <a:t>Nộp</a:t>
            </a:r>
            <a:r>
              <a:rPr lang="en-US" dirty="0"/>
              <a:t> </a:t>
            </a:r>
            <a:r>
              <a:rPr lang="en-US" dirty="0" err="1"/>
              <a:t>tiểu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: (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cứng</a:t>
            </a:r>
            <a:r>
              <a:rPr lang="en-US" dirty="0"/>
              <a:t> + file) </a:t>
            </a:r>
            <a:r>
              <a:rPr lang="en-US" dirty="0">
                <a:sym typeface="Wingdings" panose="05000000000000000000" pitchFamily="2" charset="2"/>
              </a:rPr>
              <a:t> LT Thắng  </a:t>
            </a:r>
            <a:r>
              <a:rPr lang="en-US" dirty="0" err="1">
                <a:sym typeface="Wingdings" panose="05000000000000000000" pitchFamily="2" charset="2"/>
              </a:rPr>
              <a:t>thu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gửi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Thầy</a:t>
            </a:r>
            <a:r>
              <a:rPr lang="en-US" dirty="0">
                <a:sym typeface="Wingdings" panose="05000000000000000000" pitchFamily="2" charset="2"/>
              </a:rPr>
              <a:t> email (</a:t>
            </a:r>
            <a:r>
              <a:rPr lang="en-US" dirty="0">
                <a:sym typeface="Wingdings" panose="05000000000000000000" pitchFamily="2" charset="2"/>
                <a:hlinkClick r:id="rId2"/>
              </a:rPr>
              <a:t>lexuanvinh@qnu.edu.vn</a:t>
            </a:r>
            <a:r>
              <a:rPr lang="en-US" dirty="0">
                <a:sym typeface="Wingdings" panose="05000000000000000000" pitchFamily="2" charset="2"/>
              </a:rPr>
              <a:t>) </a:t>
            </a:r>
            <a:r>
              <a:rPr lang="en-US" dirty="0" err="1">
                <a:sym typeface="Wingdings" panose="05000000000000000000" pitchFamily="2" charset="2"/>
              </a:rPr>
              <a:t>ngày</a:t>
            </a:r>
            <a:r>
              <a:rPr lang="en-US" dirty="0">
                <a:sym typeface="Wingdings" panose="05000000000000000000" pitchFamily="2" charset="2"/>
              </a:rPr>
              <a:t> 15/10/2026.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248267"/>
      </p:ext>
    </p:extLst>
  </p:cSld>
  <p:clrMapOvr>
    <a:masterClrMapping/>
  </p:clrMapOvr>
</p:sld>
</file>

<file path=ppt/theme/theme1.xml><?xml version="1.0" encoding="utf-8"?>
<a:theme xmlns:a="http://schemas.openxmlformats.org/drawingml/2006/main" name="Khung AI_seminar 2021_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Khung AI_seminar 2021_1</Template>
  <TotalTime>39</TotalTime>
  <Words>182</Words>
  <Application>Microsoft Office PowerPoint</Application>
  <PresentationFormat>On-screen Show (4:3)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Khung AI_seminar 2021_1</vt:lpstr>
      <vt:lpstr>Tiểu luận môn Học máy và Khai phá dữ liệu</vt:lpstr>
      <vt:lpstr>Chọn đề tài (tên ứng dụng phải cụ thể)</vt:lpstr>
      <vt:lpstr>Cấu trúc tiểu luận</vt:lpstr>
      <vt:lpstr>Thời gian</vt:lpstr>
    </vt:vector>
  </TitlesOfParts>
  <Company>QuyNhonComputer Co.,Ltd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Tiểu luận môn DeepLearning</dc:title>
  <dc:creator>DELL</dc:creator>
  <cp:lastModifiedBy>Le Xuan Vinh - QNU</cp:lastModifiedBy>
  <cp:revision>7</cp:revision>
  <dcterms:created xsi:type="dcterms:W3CDTF">2022-11-27T03:58:34Z</dcterms:created>
  <dcterms:modified xsi:type="dcterms:W3CDTF">2026-09-13T08:42:05Z</dcterms:modified>
</cp:coreProperties>
</file>